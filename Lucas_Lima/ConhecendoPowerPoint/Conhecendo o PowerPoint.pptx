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74" r:id="rId5"/>
    <p:sldId id="261" r:id="rId6"/>
    <p:sldId id="259" r:id="rId7"/>
    <p:sldId id="260" r:id="rId8"/>
    <p:sldId id="262" r:id="rId9"/>
    <p:sldId id="264" r:id="rId10"/>
    <p:sldId id="265" r:id="rId11"/>
    <p:sldId id="266" r:id="rId12"/>
    <p:sldId id="267" r:id="rId13"/>
    <p:sldId id="263" r:id="rId14"/>
    <p:sldId id="268" r:id="rId15"/>
    <p:sldId id="269" r:id="rId16"/>
    <p:sldId id="270" r:id="rId17"/>
    <p:sldId id="271" r:id="rId18"/>
    <p:sldId id="272" r:id="rId19"/>
    <p:sldId id="273" r:id="rId20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85" d="100"/>
          <a:sy n="85" d="100"/>
        </p:scale>
        <p:origin x="72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87AC56B-DEBF-E5C6-D7F0-58523B84928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600199"/>
            <a:ext cx="9144000" cy="1909763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77A8EC2-53DC-4244-EE58-23F15FD804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524312B-19A5-4488-8562-9BB9D4D0E5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96D179-A257-486C-AF7A-A22F7545E2D2}" type="datetimeFigureOut">
              <a:rPr lang="pt-BR" smtClean="0"/>
              <a:t>20/03/2026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A4FE35E-A2C8-515D-CDEF-3B3A8E7352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28E644A-EBFA-0598-BFF5-08D9AB85B4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02FC651-4E5E-47F7-9673-A97C94330D5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010935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659FC75-32DA-2E13-DC7A-BB861D176A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7871A62-EABB-9E19-9318-B5CF393C55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AE9158A-68AB-AD59-8E8D-84989C762E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96D179-A257-486C-AF7A-A22F7545E2D2}" type="datetimeFigureOut">
              <a:rPr lang="pt-BR" smtClean="0"/>
              <a:t>20/03/2026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8E47F6B-0934-F06A-E7FF-CE894E4E3D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619C1B5-C8DC-B1D3-CF11-23469A98BA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02FC651-4E5E-47F7-9673-A97C94330D5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635854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D72806E-DF2E-643F-9418-837B727E7F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BDB8526-D754-BEE9-3488-284C2C35B5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AAB6DEE-4702-D535-4416-8E0378235A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96D179-A257-486C-AF7A-A22F7545E2D2}" type="datetimeFigureOut">
              <a:rPr lang="pt-BR" smtClean="0"/>
              <a:t>20/03/2026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9E2B314-DAD7-24C6-62B9-286156864A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C2EE64A-2606-B980-6ACF-25C643B42E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02FC651-4E5E-47F7-9673-A97C94330D5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198712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DE5EF1A-DA7E-9D93-5B3D-2D7D9DA347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8587902-D4A4-9E94-1941-941754586A2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6323DFF2-11FD-2B1C-55F9-DD2517D874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D56AF4EF-F3AE-A18A-454A-7FA3BB4FF9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96D179-A257-486C-AF7A-A22F7545E2D2}" type="datetimeFigureOut">
              <a:rPr lang="pt-BR" smtClean="0"/>
              <a:t>20/03/2026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0A3622A4-469E-1468-9A92-64CA6E4336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B082E015-3270-7667-7D34-EEFEC14211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02FC651-4E5E-47F7-9673-A97C94330D5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025643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19E3CC7-B7DA-FBAF-0F2A-968BC2C808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837704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8421CB3D-52D6-134E-51D5-4E65C8BB1B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663A3C0B-5F2B-6418-A7AF-237858E1DDB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C58D3F74-3F6C-F3FC-E158-95F96F4D7D0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964E6218-E818-C335-9769-ECD898DC830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954DAC25-C3D8-5DB1-4AA7-F1FFC1AA1D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96D179-A257-486C-AF7A-A22F7545E2D2}" type="datetimeFigureOut">
              <a:rPr lang="pt-BR" smtClean="0"/>
              <a:t>20/03/2026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EC4547B6-C65A-4BD2-A496-33B6FCD9D2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25EFF4A5-EDE9-F187-FE51-3E71BC4BB1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02FC651-4E5E-47F7-9673-A97C94330D5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746334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34173F8-037C-156C-1A56-159DB3D58E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2FB5D6E6-553D-DC57-E52B-33BAB2DE5D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96D179-A257-486C-AF7A-A22F7545E2D2}" type="datetimeFigureOut">
              <a:rPr lang="pt-BR" smtClean="0"/>
              <a:t>20/03/2026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6E3B7018-5510-46C4-6D8A-E6B66216D3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8C651065-6ABA-D844-410F-BA90CF7674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02FC651-4E5E-47F7-9673-A97C94330D5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1385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EB6C3A8B-DAE4-4DD7-564B-5F34AA5B5A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96D179-A257-486C-AF7A-A22F7545E2D2}" type="datetimeFigureOut">
              <a:rPr lang="pt-BR" smtClean="0"/>
              <a:t>20/03/2026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D336F8EA-1AB0-0EBD-8922-7020C2AAC2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2F0815D1-D3CE-B90B-FAA1-11B59FCFF2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02FC651-4E5E-47F7-9673-A97C94330D5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49813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93FA9E8-BA84-C9CD-A484-51DB76F0D5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EFCF66A-6102-4874-ECB0-0CBB50C6F5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1577947"/>
            <a:ext cx="6172200" cy="428310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7E665B98-238E-D7A4-F0D8-CCF0908F5F9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F0F36350-E5AB-EB78-432A-CB51F85181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96D179-A257-486C-AF7A-A22F7545E2D2}" type="datetimeFigureOut">
              <a:rPr lang="pt-BR" smtClean="0"/>
              <a:t>20/03/2026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58AE309B-5A7A-B4DA-8E38-716A295D92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2508B41F-60AC-6E17-F655-84B93FF5EC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02FC651-4E5E-47F7-9673-A97C94330D5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140794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F67FEDA-9333-09D5-0042-B6C54A04CD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233742A4-D92A-17FA-5DD6-9DB435396E8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1529395"/>
            <a:ext cx="6172200" cy="433165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7154FF59-5CAC-D473-328E-E21C1C29762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FF7435A2-5B78-5127-B0C5-45FFCE7283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96D179-A257-486C-AF7A-A22F7545E2D2}" type="datetimeFigureOut">
              <a:rPr lang="pt-BR" smtClean="0"/>
              <a:t>20/03/2026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9F9FB567-9FE8-292A-F94B-93CFA38462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AD7C6254-CB7C-544F-F5BB-26E48A2BA4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02FC651-4E5E-47F7-9673-A97C94330D5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573664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3BD6064-DE40-986A-4B3F-D22007D1DC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62A42219-D4F2-94E8-9434-FC6C3A68DC3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9FFC217-7ECE-AD3A-7EC6-C4AF3B90A4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96D179-A257-486C-AF7A-A22F7545E2D2}" type="datetimeFigureOut">
              <a:rPr lang="pt-BR" smtClean="0"/>
              <a:t>20/03/2026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49189DA-C2BD-93DC-08CE-766221716D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B4C3E47-A36F-51D8-1D96-FD909BC3D5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02FC651-4E5E-47F7-9673-A97C94330D5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623826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6D54A57E-485C-D0B4-E74C-7383791BE74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516204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BE6973D8-0193-BDE7-BE2E-0D9E205528F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CB935F2-AD87-7F6B-299A-5134082F0F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96D179-A257-486C-AF7A-A22F7545E2D2}" type="datetimeFigureOut">
              <a:rPr lang="pt-BR" smtClean="0"/>
              <a:t>20/03/2026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EA12787-0343-0BDB-AD51-418B53EEC4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BD80CB3-A8FF-E59D-6C77-464876E16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02FC651-4E5E-47F7-9673-A97C94330D5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175818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6841A817-86C0-41B7-7C2F-A17519CEB9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849739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2CADEB15-E705-EE3F-C6BF-DCC029AA32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1517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F42E2E0-16BF-8018-C1D1-A7E4B7B3DEF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E96D179-A257-486C-AF7A-A22F7545E2D2}" type="datetimeFigureOut">
              <a:rPr lang="pt-BR" smtClean="0"/>
              <a:t>20/03/2026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9126440-4B43-6B1B-F52B-D682F13605A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281069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freepngimg.com/png/26754-ms-powerpoint-transparent-background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freepngimg.com/png/26754-ms-powerpoint-transparent-background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6A1060A-1933-5F26-97F4-D124EE83294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992482"/>
            <a:ext cx="9144000" cy="873035"/>
          </a:xfrm>
        </p:spPr>
        <p:txBody>
          <a:bodyPr>
            <a:normAutofit/>
          </a:bodyPr>
          <a:lstStyle/>
          <a:p>
            <a:r>
              <a:rPr lang="pt-BR" sz="4800" b="1" dirty="0">
                <a:latin typeface="Arial Black" panose="020B0A04020102020204" pitchFamily="34" charset="0"/>
              </a:rPr>
              <a:t>Conhecendo o PowerPoint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DC3CEE5F-30C2-B190-4D36-EC68550BFF7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93579" y="5670118"/>
            <a:ext cx="1860221" cy="744088"/>
          </a:xfrm>
          <a:prstGeom prst="rect">
            <a:avLst/>
          </a:prstGeom>
        </p:spPr>
      </p:pic>
      <p:sp>
        <p:nvSpPr>
          <p:cNvPr id="10" name="Triângulo Retângulo 9">
            <a:extLst>
              <a:ext uri="{FF2B5EF4-FFF2-40B4-BE49-F238E27FC236}">
                <a16:creationId xmlns:a16="http://schemas.microsoft.com/office/drawing/2014/main" id="{0A36F72F-6458-46C8-B8EC-3C8D8D12C260}"/>
              </a:ext>
            </a:extLst>
          </p:cNvPr>
          <p:cNvSpPr/>
          <p:nvPr/>
        </p:nvSpPr>
        <p:spPr>
          <a:xfrm rot="5400000">
            <a:off x="109618" y="-113441"/>
            <a:ext cx="1847491" cy="2071825"/>
          </a:xfrm>
          <a:prstGeom prst="rtTriangl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2" name="Imagem 11">
            <a:extLst>
              <a:ext uri="{FF2B5EF4-FFF2-40B4-BE49-F238E27FC236}">
                <a16:creationId xmlns:a16="http://schemas.microsoft.com/office/drawing/2014/main" id="{E2A5F03B-0098-19F3-E31F-4346B91E10B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35590" y="89447"/>
            <a:ext cx="1876916" cy="18769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21583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DE81626-081A-E181-E78F-F06D102714AE}"/>
              </a:ext>
            </a:extLst>
          </p:cNvPr>
          <p:cNvSpPr txBox="1">
            <a:spLocks/>
          </p:cNvSpPr>
          <p:nvPr/>
        </p:nvSpPr>
        <p:spPr>
          <a:xfrm>
            <a:off x="1166952" y="1015636"/>
            <a:ext cx="7158442" cy="873035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4800" b="1" dirty="0">
                <a:latin typeface="Arial Black" panose="020B0A04020102020204" pitchFamily="34" charset="0"/>
              </a:rPr>
              <a:t>Para que ele é usado</a:t>
            </a:r>
          </a:p>
        </p:txBody>
      </p:sp>
      <p:pic>
        <p:nvPicPr>
          <p:cNvPr id="3" name="Imagem 2" descr="Logotipo&#10;&#10;O conteúdo gerado por IA pode estar incorreto.">
            <a:extLst>
              <a:ext uri="{FF2B5EF4-FFF2-40B4-BE49-F238E27FC236}">
                <a16:creationId xmlns:a16="http://schemas.microsoft.com/office/drawing/2014/main" id="{C89DE532-DD8C-0FB1-18A1-1E6C1800173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9429750" y="341575"/>
            <a:ext cx="2231023" cy="2221158"/>
          </a:xfrm>
          <a:prstGeom prst="rect">
            <a:avLst/>
          </a:prstGeom>
        </p:spPr>
      </p:pic>
      <p:sp>
        <p:nvSpPr>
          <p:cNvPr id="4" name="Triângulo Retângulo 3">
            <a:extLst>
              <a:ext uri="{FF2B5EF4-FFF2-40B4-BE49-F238E27FC236}">
                <a16:creationId xmlns:a16="http://schemas.microsoft.com/office/drawing/2014/main" id="{0E1EA717-7DCD-0660-8551-CD0919B1F521}"/>
              </a:ext>
            </a:extLst>
          </p:cNvPr>
          <p:cNvSpPr/>
          <p:nvPr/>
        </p:nvSpPr>
        <p:spPr>
          <a:xfrm rot="16200000">
            <a:off x="10232342" y="4898342"/>
            <a:ext cx="1847491" cy="2071825"/>
          </a:xfrm>
          <a:prstGeom prst="rtTriangl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22A6B9D2-9710-E694-1471-63B85E252C37}"/>
              </a:ext>
            </a:extLst>
          </p:cNvPr>
          <p:cNvSpPr txBox="1"/>
          <p:nvPr/>
        </p:nvSpPr>
        <p:spPr>
          <a:xfrm>
            <a:off x="1166952" y="2905780"/>
            <a:ext cx="782297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800" dirty="0">
                <a:latin typeface="Arial" panose="020B0604020202020204" pitchFamily="34" charset="0"/>
                <a:cs typeface="Arial" panose="020B0604020202020204" pitchFamily="34" charset="0"/>
              </a:rPr>
              <a:t>Apresentar informações de forma clara e visual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B87AAE23-D6A6-427B-6907-B13335EBDF90}"/>
              </a:ext>
            </a:extLst>
          </p:cNvPr>
          <p:cNvSpPr txBox="1"/>
          <p:nvPr/>
        </p:nvSpPr>
        <p:spPr>
          <a:xfrm>
            <a:off x="1166951" y="3429000"/>
            <a:ext cx="342433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800" dirty="0">
                <a:latin typeface="Arial" panose="020B0604020202020204" pitchFamily="34" charset="0"/>
                <a:cs typeface="Arial" panose="020B0604020202020204" pitchFamily="34" charset="0"/>
              </a:rPr>
              <a:t>Apresentar projetos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87B462BC-485C-584F-E4FF-3887E2B591F0}"/>
              </a:ext>
            </a:extLst>
          </p:cNvPr>
          <p:cNvSpPr txBox="1"/>
          <p:nvPr/>
        </p:nvSpPr>
        <p:spPr>
          <a:xfrm>
            <a:off x="1166950" y="3952220"/>
            <a:ext cx="522290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800" dirty="0">
                <a:latin typeface="Arial" panose="020B0604020202020204" pitchFamily="34" charset="0"/>
                <a:cs typeface="Arial" panose="020B0604020202020204" pitchFamily="34" charset="0"/>
              </a:rPr>
              <a:t>Usado em escolas e empresas</a:t>
            </a:r>
          </a:p>
        </p:txBody>
      </p:sp>
    </p:spTree>
    <p:extLst>
      <p:ext uri="{BB962C8B-B14F-4D97-AF65-F5344CB8AC3E}">
        <p14:creationId xmlns:p14="http://schemas.microsoft.com/office/powerpoint/2010/main" val="24167832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54ECCD7-3C8B-2C77-D007-FCEAD6474E49}"/>
              </a:ext>
            </a:extLst>
          </p:cNvPr>
          <p:cNvSpPr txBox="1">
            <a:spLocks/>
          </p:cNvSpPr>
          <p:nvPr/>
        </p:nvSpPr>
        <p:spPr>
          <a:xfrm>
            <a:off x="2327228" y="848975"/>
            <a:ext cx="7158442" cy="873035"/>
          </a:xfrm>
          <a:prstGeom prst="rect">
            <a:avLst/>
          </a:prstGeom>
        </p:spPr>
        <p:txBody>
          <a:bodyPr>
            <a:normAutofit fontScale="850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pt-BR" sz="5600" b="1" dirty="0">
                <a:latin typeface="Arial Black" panose="020B0A04020102020204" pitchFamily="34" charset="0"/>
              </a:rPr>
              <a:t>História</a:t>
            </a:r>
            <a:r>
              <a:rPr lang="pt-BR" sz="4800" b="1" dirty="0">
                <a:latin typeface="Arial Black" panose="020B0A04020102020204" pitchFamily="34" charset="0"/>
              </a:rPr>
              <a:t> do PowerPoint</a:t>
            </a:r>
          </a:p>
        </p:txBody>
      </p:sp>
      <p:sp>
        <p:nvSpPr>
          <p:cNvPr id="3" name="Triângulo Retângulo 2">
            <a:extLst>
              <a:ext uri="{FF2B5EF4-FFF2-40B4-BE49-F238E27FC236}">
                <a16:creationId xmlns:a16="http://schemas.microsoft.com/office/drawing/2014/main" id="{8AA85AE5-9786-AFF8-5EBD-888A38CC601A}"/>
              </a:ext>
            </a:extLst>
          </p:cNvPr>
          <p:cNvSpPr/>
          <p:nvPr/>
        </p:nvSpPr>
        <p:spPr>
          <a:xfrm>
            <a:off x="0" y="4786175"/>
            <a:ext cx="1847491" cy="2071825"/>
          </a:xfrm>
          <a:prstGeom prst="rtTriangl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BD594E6D-0258-FDFA-C4DF-5F3530A65521}"/>
              </a:ext>
            </a:extLst>
          </p:cNvPr>
          <p:cNvSpPr txBox="1"/>
          <p:nvPr/>
        </p:nvSpPr>
        <p:spPr>
          <a:xfrm>
            <a:off x="4716498" y="1722010"/>
            <a:ext cx="275900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dirty="0">
                <a:latin typeface="Arial" panose="020B0604020202020204" pitchFamily="34" charset="0"/>
                <a:cs typeface="Arial" panose="020B0604020202020204" pitchFamily="34" charset="0"/>
              </a:rPr>
              <a:t>Criado em 1987</a:t>
            </a:r>
          </a:p>
        </p:txBody>
      </p:sp>
      <p:pic>
        <p:nvPicPr>
          <p:cNvPr id="7" name="Imagem 6" descr="Robert Gaskins Home Page">
            <a:extLst>
              <a:ext uri="{FF2B5EF4-FFF2-40B4-BE49-F238E27FC236}">
                <a16:creationId xmlns:a16="http://schemas.microsoft.com/office/drawing/2014/main" id="{AEDCF222-62DB-D954-3E4E-7ECF961180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9227" y="2683441"/>
            <a:ext cx="2452550" cy="2452550"/>
          </a:xfrm>
          <a:prstGeom prst="rect">
            <a:avLst/>
          </a:prstGeom>
        </p:spPr>
      </p:pic>
      <p:sp>
        <p:nvSpPr>
          <p:cNvPr id="8" name="CaixaDeTexto 7">
            <a:extLst>
              <a:ext uri="{FF2B5EF4-FFF2-40B4-BE49-F238E27FC236}">
                <a16:creationId xmlns:a16="http://schemas.microsoft.com/office/drawing/2014/main" id="{EFFBD1F2-6D63-4C7F-A211-F540F0A4793A}"/>
              </a:ext>
            </a:extLst>
          </p:cNvPr>
          <p:cNvSpPr txBox="1"/>
          <p:nvPr/>
        </p:nvSpPr>
        <p:spPr>
          <a:xfrm>
            <a:off x="6249227" y="5135991"/>
            <a:ext cx="2452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b="1" dirty="0">
                <a:latin typeface="Arial" panose="020B0604020202020204" pitchFamily="34" charset="0"/>
                <a:cs typeface="Arial" panose="020B0604020202020204" pitchFamily="34" charset="0"/>
              </a:rPr>
              <a:t>Robert Gaskins</a:t>
            </a:r>
          </a:p>
        </p:txBody>
      </p:sp>
      <p:pic>
        <p:nvPicPr>
          <p:cNvPr id="9" name="Imagem 8" descr="PowerPoint co-creator Dennis Austin is dead at 76 | The Verge">
            <a:extLst>
              <a:ext uri="{FF2B5EF4-FFF2-40B4-BE49-F238E27FC236}">
                <a16:creationId xmlns:a16="http://schemas.microsoft.com/office/drawing/2014/main" id="{9C51C9CC-A2FC-88DC-3CC9-E355481C10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38136" y="2683439"/>
            <a:ext cx="2437553" cy="2452551"/>
          </a:xfrm>
          <a:prstGeom prst="rect">
            <a:avLst/>
          </a:prstGeom>
        </p:spPr>
      </p:pic>
      <p:sp>
        <p:nvSpPr>
          <p:cNvPr id="10" name="CaixaDeTexto 9">
            <a:extLst>
              <a:ext uri="{FF2B5EF4-FFF2-40B4-BE49-F238E27FC236}">
                <a16:creationId xmlns:a16="http://schemas.microsoft.com/office/drawing/2014/main" id="{6CF1E20F-8BC5-D4FC-88BE-C52A3145B627}"/>
              </a:ext>
            </a:extLst>
          </p:cNvPr>
          <p:cNvSpPr txBox="1"/>
          <p:nvPr/>
        </p:nvSpPr>
        <p:spPr>
          <a:xfrm>
            <a:off x="3338136" y="5135990"/>
            <a:ext cx="243755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b="1" dirty="0">
                <a:latin typeface="Arial" panose="020B0604020202020204" pitchFamily="34" charset="0"/>
                <a:cs typeface="Arial" panose="020B0604020202020204" pitchFamily="34" charset="0"/>
              </a:rPr>
              <a:t>Dennis Austin</a:t>
            </a:r>
          </a:p>
        </p:txBody>
      </p:sp>
    </p:spTree>
    <p:extLst>
      <p:ext uri="{BB962C8B-B14F-4D97-AF65-F5344CB8AC3E}">
        <p14:creationId xmlns:p14="http://schemas.microsoft.com/office/powerpoint/2010/main" val="34172220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643D25-1D5A-23B2-D0B4-A5CE3D4C49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m 8">
            <a:extLst>
              <a:ext uri="{FF2B5EF4-FFF2-40B4-BE49-F238E27FC236}">
                <a16:creationId xmlns:a16="http://schemas.microsoft.com/office/drawing/2014/main" id="{1A73A3B6-ABCC-72B2-57A0-5A1DECB7E5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66518" y="557768"/>
            <a:ext cx="2734907" cy="1476247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2E2A7C34-E5FA-884B-57FC-283D7AA5C62F}"/>
              </a:ext>
            </a:extLst>
          </p:cNvPr>
          <p:cNvSpPr txBox="1">
            <a:spLocks/>
          </p:cNvSpPr>
          <p:nvPr/>
        </p:nvSpPr>
        <p:spPr>
          <a:xfrm>
            <a:off x="1166952" y="1015636"/>
            <a:ext cx="7158442" cy="873035"/>
          </a:xfrm>
          <a:prstGeom prst="rect">
            <a:avLst/>
          </a:prstGeom>
        </p:spPr>
        <p:txBody>
          <a:bodyPr>
            <a:normAutofit fontScale="77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4800" b="1" dirty="0">
                <a:latin typeface="Arial Black" panose="020B0A04020102020204" pitchFamily="34" charset="0"/>
              </a:rPr>
              <a:t>O que é o Pacote Office?</a:t>
            </a:r>
          </a:p>
        </p:txBody>
      </p:sp>
      <p:sp>
        <p:nvSpPr>
          <p:cNvPr id="4" name="Triângulo Retângulo 3">
            <a:extLst>
              <a:ext uri="{FF2B5EF4-FFF2-40B4-BE49-F238E27FC236}">
                <a16:creationId xmlns:a16="http://schemas.microsoft.com/office/drawing/2014/main" id="{6C54E98C-1629-D874-D47D-CE08EBCA8169}"/>
              </a:ext>
            </a:extLst>
          </p:cNvPr>
          <p:cNvSpPr/>
          <p:nvPr/>
        </p:nvSpPr>
        <p:spPr>
          <a:xfrm rot="16200000">
            <a:off x="10232342" y="4898342"/>
            <a:ext cx="1847491" cy="2071825"/>
          </a:xfrm>
          <a:prstGeom prst="rtTriangl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229BD43C-C538-7140-954F-A829A9DECA83}"/>
              </a:ext>
            </a:extLst>
          </p:cNvPr>
          <p:cNvSpPr txBox="1"/>
          <p:nvPr/>
        </p:nvSpPr>
        <p:spPr>
          <a:xfrm>
            <a:off x="1166952" y="2905780"/>
            <a:ext cx="872546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800" dirty="0">
                <a:latin typeface="Arial" panose="020B0604020202020204" pitchFamily="34" charset="0"/>
                <a:cs typeface="Arial" panose="020B0604020202020204" pitchFamily="34" charset="0"/>
              </a:rPr>
              <a:t>Conjunto de aplicativos de produtividade da Microsoft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B5077BE3-B73B-EAA3-8322-4DA2E3050A51}"/>
              </a:ext>
            </a:extLst>
          </p:cNvPr>
          <p:cNvSpPr txBox="1"/>
          <p:nvPr/>
        </p:nvSpPr>
        <p:spPr>
          <a:xfrm>
            <a:off x="1166951" y="3429000"/>
            <a:ext cx="998542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800" dirty="0">
                <a:latin typeface="Arial" panose="020B0604020202020204" pitchFamily="34" charset="0"/>
                <a:cs typeface="Arial" panose="020B0604020202020204" pitchFamily="34" charset="0"/>
              </a:rPr>
              <a:t>Usado para tarefas do dia a dia no trabalho, escola e pessoal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951722A0-D986-A65C-80B4-A59E2A57C784}"/>
              </a:ext>
            </a:extLst>
          </p:cNvPr>
          <p:cNvSpPr txBox="1"/>
          <p:nvPr/>
        </p:nvSpPr>
        <p:spPr>
          <a:xfrm>
            <a:off x="1166950" y="3952220"/>
            <a:ext cx="1018362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800" dirty="0">
                <a:latin typeface="Arial" panose="020B0604020202020204" pitchFamily="34" charset="0"/>
                <a:cs typeface="Arial" panose="020B0604020202020204" pitchFamily="34" charset="0"/>
              </a:rPr>
              <a:t>Disponível em computador, celular e na nuvem (Microsoft 365)</a:t>
            </a:r>
          </a:p>
        </p:txBody>
      </p:sp>
    </p:spTree>
    <p:extLst>
      <p:ext uri="{BB962C8B-B14F-4D97-AF65-F5344CB8AC3E}">
        <p14:creationId xmlns:p14="http://schemas.microsoft.com/office/powerpoint/2010/main" val="37139915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079976-04AF-966E-5EC1-DFCF47DB07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1">
            <a:extLst>
              <a:ext uri="{FF2B5EF4-FFF2-40B4-BE49-F238E27FC236}">
                <a16:creationId xmlns:a16="http://schemas.microsoft.com/office/drawing/2014/main" id="{15868F09-9511-042C-2BE2-92880175AB79}"/>
              </a:ext>
            </a:extLst>
          </p:cNvPr>
          <p:cNvSpPr txBox="1">
            <a:spLocks/>
          </p:cNvSpPr>
          <p:nvPr/>
        </p:nvSpPr>
        <p:spPr>
          <a:xfrm>
            <a:off x="4145296" y="1015636"/>
            <a:ext cx="7158442" cy="873035"/>
          </a:xfrm>
          <a:prstGeom prst="rect">
            <a:avLst/>
          </a:prstGeom>
        </p:spPr>
        <p:txBody>
          <a:bodyPr>
            <a:normAutofit fontScale="92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pt-BR" sz="4800" b="1" dirty="0">
                <a:latin typeface="Arial Black" panose="020B0A04020102020204" pitchFamily="34" charset="0"/>
              </a:rPr>
              <a:t>Interface do programa</a:t>
            </a:r>
          </a:p>
        </p:txBody>
      </p:sp>
      <p:sp>
        <p:nvSpPr>
          <p:cNvPr id="4" name="Triângulo Retângulo 3">
            <a:extLst>
              <a:ext uri="{FF2B5EF4-FFF2-40B4-BE49-F238E27FC236}">
                <a16:creationId xmlns:a16="http://schemas.microsoft.com/office/drawing/2014/main" id="{342291B8-0AE0-B12C-E9A6-158EABFE071B}"/>
              </a:ext>
            </a:extLst>
          </p:cNvPr>
          <p:cNvSpPr/>
          <p:nvPr/>
        </p:nvSpPr>
        <p:spPr>
          <a:xfrm rot="10800000">
            <a:off x="10344509" y="0"/>
            <a:ext cx="1847491" cy="2071825"/>
          </a:xfrm>
          <a:prstGeom prst="rtTriangl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813614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1">
            <a:extLst>
              <a:ext uri="{FF2B5EF4-FFF2-40B4-BE49-F238E27FC236}">
                <a16:creationId xmlns:a16="http://schemas.microsoft.com/office/drawing/2014/main" id="{13403021-D48F-44E4-D101-FFCC6D8D4C5C}"/>
              </a:ext>
            </a:extLst>
          </p:cNvPr>
          <p:cNvSpPr txBox="1">
            <a:spLocks/>
          </p:cNvSpPr>
          <p:nvPr/>
        </p:nvSpPr>
        <p:spPr>
          <a:xfrm>
            <a:off x="4145296" y="1015636"/>
            <a:ext cx="7158442" cy="873035"/>
          </a:xfrm>
          <a:prstGeom prst="rect">
            <a:avLst/>
          </a:prstGeom>
        </p:spPr>
        <p:txBody>
          <a:bodyPr>
            <a:normAutofit fontScale="92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pt-BR" sz="4800" b="1" dirty="0">
                <a:latin typeface="Arial Black" panose="020B0A04020102020204" pitchFamily="34" charset="0"/>
              </a:rPr>
              <a:t>Interface do programa</a:t>
            </a:r>
          </a:p>
        </p:txBody>
      </p:sp>
      <p:sp>
        <p:nvSpPr>
          <p:cNvPr id="4" name="Triângulo Retângulo 3">
            <a:extLst>
              <a:ext uri="{FF2B5EF4-FFF2-40B4-BE49-F238E27FC236}">
                <a16:creationId xmlns:a16="http://schemas.microsoft.com/office/drawing/2014/main" id="{E2BB16DF-DB6A-8990-3FC3-7B5829036F32}"/>
              </a:ext>
            </a:extLst>
          </p:cNvPr>
          <p:cNvSpPr/>
          <p:nvPr/>
        </p:nvSpPr>
        <p:spPr>
          <a:xfrm rot="10800000">
            <a:off x="10344509" y="0"/>
            <a:ext cx="1847491" cy="2071825"/>
          </a:xfrm>
          <a:prstGeom prst="rtTriangl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F4A3E4A3-19FB-B39C-F4AF-45069F8FA2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1808" y="2239829"/>
            <a:ext cx="7402708" cy="1067698"/>
          </a:xfrm>
          <a:prstGeom prst="rect">
            <a:avLst/>
          </a:prstGeom>
        </p:spPr>
      </p:pic>
      <p:sp>
        <p:nvSpPr>
          <p:cNvPr id="10" name="CaixaDeTexto 9">
            <a:extLst>
              <a:ext uri="{FF2B5EF4-FFF2-40B4-BE49-F238E27FC236}">
                <a16:creationId xmlns:a16="http://schemas.microsoft.com/office/drawing/2014/main" id="{F8B81E51-75A9-BE5B-67BB-864BE8C1D316}"/>
              </a:ext>
            </a:extLst>
          </p:cNvPr>
          <p:cNvSpPr txBox="1"/>
          <p:nvPr/>
        </p:nvSpPr>
        <p:spPr>
          <a:xfrm>
            <a:off x="321808" y="1840992"/>
            <a:ext cx="350911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b="1" dirty="0">
                <a:latin typeface="Arial" panose="020B0604020202020204" pitchFamily="34" charset="0"/>
                <a:cs typeface="Arial" panose="020B0604020202020204" pitchFamily="34" charset="0"/>
              </a:rPr>
              <a:t>Barras de Ferramentas</a:t>
            </a:r>
          </a:p>
        </p:txBody>
      </p:sp>
    </p:spTree>
    <p:extLst>
      <p:ext uri="{BB962C8B-B14F-4D97-AF65-F5344CB8AC3E}">
        <p14:creationId xmlns:p14="http://schemas.microsoft.com/office/powerpoint/2010/main" val="28105798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DC49BC-FFA7-9374-8F99-BD740252B4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1">
            <a:extLst>
              <a:ext uri="{FF2B5EF4-FFF2-40B4-BE49-F238E27FC236}">
                <a16:creationId xmlns:a16="http://schemas.microsoft.com/office/drawing/2014/main" id="{39F01F7F-B2A0-A52E-8338-BE2E73E6BB69}"/>
              </a:ext>
            </a:extLst>
          </p:cNvPr>
          <p:cNvSpPr txBox="1">
            <a:spLocks/>
          </p:cNvSpPr>
          <p:nvPr/>
        </p:nvSpPr>
        <p:spPr>
          <a:xfrm>
            <a:off x="4145296" y="1015636"/>
            <a:ext cx="7158442" cy="873035"/>
          </a:xfrm>
          <a:prstGeom prst="rect">
            <a:avLst/>
          </a:prstGeom>
        </p:spPr>
        <p:txBody>
          <a:bodyPr>
            <a:normAutofit fontScale="92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pt-BR" sz="4800" b="1" dirty="0">
                <a:latin typeface="Arial Black" panose="020B0A04020102020204" pitchFamily="34" charset="0"/>
              </a:rPr>
              <a:t>Interface do programa</a:t>
            </a:r>
          </a:p>
        </p:txBody>
      </p:sp>
      <p:sp>
        <p:nvSpPr>
          <p:cNvPr id="4" name="Triângulo Retângulo 3">
            <a:extLst>
              <a:ext uri="{FF2B5EF4-FFF2-40B4-BE49-F238E27FC236}">
                <a16:creationId xmlns:a16="http://schemas.microsoft.com/office/drawing/2014/main" id="{6B538D9A-4756-D029-3BDA-EE79521CAB32}"/>
              </a:ext>
            </a:extLst>
          </p:cNvPr>
          <p:cNvSpPr/>
          <p:nvPr/>
        </p:nvSpPr>
        <p:spPr>
          <a:xfrm rot="10800000">
            <a:off x="10344509" y="0"/>
            <a:ext cx="1847491" cy="2071825"/>
          </a:xfrm>
          <a:prstGeom prst="rtTriangl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AEC48E06-ADE7-7D95-5F86-FFEC3E299C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1808" y="2239829"/>
            <a:ext cx="7402708" cy="1067698"/>
          </a:xfrm>
          <a:prstGeom prst="rect">
            <a:avLst/>
          </a:prstGeom>
        </p:spPr>
      </p:pic>
      <p:sp>
        <p:nvSpPr>
          <p:cNvPr id="10" name="CaixaDeTexto 9">
            <a:extLst>
              <a:ext uri="{FF2B5EF4-FFF2-40B4-BE49-F238E27FC236}">
                <a16:creationId xmlns:a16="http://schemas.microsoft.com/office/drawing/2014/main" id="{29B61CE3-2C3F-FD23-1588-3D130559097D}"/>
              </a:ext>
            </a:extLst>
          </p:cNvPr>
          <p:cNvSpPr txBox="1"/>
          <p:nvPr/>
        </p:nvSpPr>
        <p:spPr>
          <a:xfrm>
            <a:off x="1596994" y="4708711"/>
            <a:ext cx="350911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b="1" dirty="0">
                <a:latin typeface="Arial" panose="020B0604020202020204" pitchFamily="34" charset="0"/>
                <a:cs typeface="Arial" panose="020B0604020202020204" pitchFamily="34" charset="0"/>
              </a:rPr>
              <a:t>Guia de Slides</a:t>
            </a:r>
          </a:p>
        </p:txBody>
      </p:sp>
      <p:pic>
        <p:nvPicPr>
          <p:cNvPr id="12" name="Imagem 11">
            <a:extLst>
              <a:ext uri="{FF2B5EF4-FFF2-40B4-BE49-F238E27FC236}">
                <a16:creationId xmlns:a16="http://schemas.microsoft.com/office/drawing/2014/main" id="{E06B8F31-78FC-AF15-4DF7-1067604937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1808" y="3234449"/>
            <a:ext cx="1275186" cy="34101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79739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BC49BB-5AA1-A7D6-D009-A077403BC3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1">
            <a:extLst>
              <a:ext uri="{FF2B5EF4-FFF2-40B4-BE49-F238E27FC236}">
                <a16:creationId xmlns:a16="http://schemas.microsoft.com/office/drawing/2014/main" id="{A884DB1D-9EC4-0C44-206F-51AAF6E83B0C}"/>
              </a:ext>
            </a:extLst>
          </p:cNvPr>
          <p:cNvSpPr txBox="1">
            <a:spLocks/>
          </p:cNvSpPr>
          <p:nvPr/>
        </p:nvSpPr>
        <p:spPr>
          <a:xfrm>
            <a:off x="4145296" y="1015636"/>
            <a:ext cx="7158442" cy="873035"/>
          </a:xfrm>
          <a:prstGeom prst="rect">
            <a:avLst/>
          </a:prstGeom>
        </p:spPr>
        <p:txBody>
          <a:bodyPr>
            <a:normAutofit fontScale="92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pt-BR" sz="4800" b="1" dirty="0">
                <a:latin typeface="Arial Black" panose="020B0A04020102020204" pitchFamily="34" charset="0"/>
              </a:rPr>
              <a:t>Interface do programa</a:t>
            </a:r>
          </a:p>
        </p:txBody>
      </p:sp>
      <p:sp>
        <p:nvSpPr>
          <p:cNvPr id="4" name="Triângulo Retângulo 3">
            <a:extLst>
              <a:ext uri="{FF2B5EF4-FFF2-40B4-BE49-F238E27FC236}">
                <a16:creationId xmlns:a16="http://schemas.microsoft.com/office/drawing/2014/main" id="{C734D52C-3872-A98B-7865-C96A68746AD2}"/>
              </a:ext>
            </a:extLst>
          </p:cNvPr>
          <p:cNvSpPr/>
          <p:nvPr/>
        </p:nvSpPr>
        <p:spPr>
          <a:xfrm rot="10800000">
            <a:off x="10344509" y="0"/>
            <a:ext cx="1847491" cy="2071825"/>
          </a:xfrm>
          <a:prstGeom prst="rtTriangl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0D0C2492-FAAC-9AA0-4ABC-D274FED292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1808" y="2239829"/>
            <a:ext cx="7402708" cy="1067698"/>
          </a:xfrm>
          <a:prstGeom prst="rect">
            <a:avLst/>
          </a:prstGeom>
        </p:spPr>
      </p:pic>
      <p:pic>
        <p:nvPicPr>
          <p:cNvPr id="12" name="Imagem 11">
            <a:extLst>
              <a:ext uri="{FF2B5EF4-FFF2-40B4-BE49-F238E27FC236}">
                <a16:creationId xmlns:a16="http://schemas.microsoft.com/office/drawing/2014/main" id="{0A53CFE3-E87E-73F9-C492-CB05565F27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1808" y="3234449"/>
            <a:ext cx="1275186" cy="3410190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676B5C9E-DF38-700B-35D4-35E320E0AFF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96994" y="3307527"/>
            <a:ext cx="6127522" cy="3337112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B625DC64-A2BC-9388-48B0-59D46672D4D8}"/>
              </a:ext>
            </a:extLst>
          </p:cNvPr>
          <p:cNvSpPr txBox="1"/>
          <p:nvPr/>
        </p:nvSpPr>
        <p:spPr>
          <a:xfrm>
            <a:off x="7724516" y="4708711"/>
            <a:ext cx="350911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b="1" dirty="0">
                <a:latin typeface="Arial" panose="020B0604020202020204" pitchFamily="34" charset="0"/>
                <a:cs typeface="Arial" panose="020B0604020202020204" pitchFamily="34" charset="0"/>
              </a:rPr>
              <a:t>Slide atual</a:t>
            </a:r>
          </a:p>
        </p:txBody>
      </p:sp>
    </p:spTree>
    <p:extLst>
      <p:ext uri="{BB962C8B-B14F-4D97-AF65-F5344CB8AC3E}">
        <p14:creationId xmlns:p14="http://schemas.microsoft.com/office/powerpoint/2010/main" val="5757649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riângulo Retângulo 1">
            <a:extLst>
              <a:ext uri="{FF2B5EF4-FFF2-40B4-BE49-F238E27FC236}">
                <a16:creationId xmlns:a16="http://schemas.microsoft.com/office/drawing/2014/main" id="{41B8F3AA-6977-3EF1-2CE8-DFA914E7FCC5}"/>
              </a:ext>
            </a:extLst>
          </p:cNvPr>
          <p:cNvSpPr/>
          <p:nvPr/>
        </p:nvSpPr>
        <p:spPr>
          <a:xfrm>
            <a:off x="0" y="4786175"/>
            <a:ext cx="1847491" cy="2071825"/>
          </a:xfrm>
          <a:prstGeom prst="rtTriangl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Título 1">
            <a:extLst>
              <a:ext uri="{FF2B5EF4-FFF2-40B4-BE49-F238E27FC236}">
                <a16:creationId xmlns:a16="http://schemas.microsoft.com/office/drawing/2014/main" id="{160CCAF9-82FF-18B5-0B11-B24F90FAE4BF}"/>
              </a:ext>
            </a:extLst>
          </p:cNvPr>
          <p:cNvSpPr txBox="1">
            <a:spLocks/>
          </p:cNvSpPr>
          <p:nvPr/>
        </p:nvSpPr>
        <p:spPr>
          <a:xfrm>
            <a:off x="2516779" y="1120139"/>
            <a:ext cx="7158442" cy="873035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pt-BR" sz="4800" b="1" dirty="0">
                <a:latin typeface="Arial Black" panose="020B0A04020102020204" pitchFamily="34" charset="0"/>
              </a:rPr>
              <a:t>Recursos principais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ACB8611C-D099-72E0-D96E-960A6DE17C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4099" y="1993174"/>
            <a:ext cx="11203802" cy="8019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58113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3FD795-2DCF-84DF-645E-9AF6AEDBC0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riângulo Retângulo 1">
            <a:extLst>
              <a:ext uri="{FF2B5EF4-FFF2-40B4-BE49-F238E27FC236}">
                <a16:creationId xmlns:a16="http://schemas.microsoft.com/office/drawing/2014/main" id="{0857D5E0-F629-1289-2E91-448BA1C1EF3F}"/>
              </a:ext>
            </a:extLst>
          </p:cNvPr>
          <p:cNvSpPr/>
          <p:nvPr/>
        </p:nvSpPr>
        <p:spPr>
          <a:xfrm>
            <a:off x="0" y="4786175"/>
            <a:ext cx="1847491" cy="2071825"/>
          </a:xfrm>
          <a:prstGeom prst="rtTriangl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Título 1">
            <a:extLst>
              <a:ext uri="{FF2B5EF4-FFF2-40B4-BE49-F238E27FC236}">
                <a16:creationId xmlns:a16="http://schemas.microsoft.com/office/drawing/2014/main" id="{183C1288-5532-9D84-F14F-3B18E6A918E8}"/>
              </a:ext>
            </a:extLst>
          </p:cNvPr>
          <p:cNvSpPr txBox="1">
            <a:spLocks/>
          </p:cNvSpPr>
          <p:nvPr/>
        </p:nvSpPr>
        <p:spPr>
          <a:xfrm>
            <a:off x="2516779" y="1120139"/>
            <a:ext cx="7158442" cy="873035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pt-BR" sz="4800" b="1" dirty="0">
                <a:latin typeface="Arial Black" panose="020B0A04020102020204" pitchFamily="34" charset="0"/>
              </a:rPr>
              <a:t>Recursos principais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9CE1A22A-4FEA-B9D8-2732-A2CC4A2FB9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4099" y="1993174"/>
            <a:ext cx="11203802" cy="801972"/>
          </a:xfrm>
          <a:prstGeom prst="rect">
            <a:avLst/>
          </a:prstGeom>
        </p:spPr>
      </p:pic>
      <p:sp>
        <p:nvSpPr>
          <p:cNvPr id="6" name="Smiley 5">
            <a:extLst>
              <a:ext uri="{FF2B5EF4-FFF2-40B4-BE49-F238E27FC236}">
                <a16:creationId xmlns:a16="http://schemas.microsoft.com/office/drawing/2014/main" id="{C9551F1A-CFBA-0702-FC78-970E0A3629ED}"/>
              </a:ext>
            </a:extLst>
          </p:cNvPr>
          <p:cNvSpPr/>
          <p:nvPr/>
        </p:nvSpPr>
        <p:spPr>
          <a:xfrm>
            <a:off x="1847491" y="3070585"/>
            <a:ext cx="1715590" cy="1715590"/>
          </a:xfrm>
          <a:prstGeom prst="smileyFac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00623A17-7A04-C527-9C2F-7A99EF4E3588}"/>
              </a:ext>
            </a:extLst>
          </p:cNvPr>
          <p:cNvSpPr txBox="1"/>
          <p:nvPr/>
        </p:nvSpPr>
        <p:spPr>
          <a:xfrm>
            <a:off x="1486510" y="4830781"/>
            <a:ext cx="243755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b="1" dirty="0">
                <a:latin typeface="Arial" panose="020B0604020202020204" pitchFamily="34" charset="0"/>
                <a:cs typeface="Arial" panose="020B0604020202020204" pitchFamily="34" charset="0"/>
              </a:rPr>
              <a:t>Forma - Smiley</a:t>
            </a:r>
          </a:p>
        </p:txBody>
      </p:sp>
    </p:spTree>
    <p:extLst>
      <p:ext uri="{BB962C8B-B14F-4D97-AF65-F5344CB8AC3E}">
        <p14:creationId xmlns:p14="http://schemas.microsoft.com/office/powerpoint/2010/main" val="10040013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11B6F6-D946-BCFE-C413-3897524101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riângulo Retângulo 1">
            <a:extLst>
              <a:ext uri="{FF2B5EF4-FFF2-40B4-BE49-F238E27FC236}">
                <a16:creationId xmlns:a16="http://schemas.microsoft.com/office/drawing/2014/main" id="{062BCE06-2AB4-DF57-4BCF-83F566A8A690}"/>
              </a:ext>
            </a:extLst>
          </p:cNvPr>
          <p:cNvSpPr/>
          <p:nvPr/>
        </p:nvSpPr>
        <p:spPr>
          <a:xfrm>
            <a:off x="0" y="4786175"/>
            <a:ext cx="1847491" cy="2071825"/>
          </a:xfrm>
          <a:prstGeom prst="rtTriangl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Título 1">
            <a:extLst>
              <a:ext uri="{FF2B5EF4-FFF2-40B4-BE49-F238E27FC236}">
                <a16:creationId xmlns:a16="http://schemas.microsoft.com/office/drawing/2014/main" id="{CF6EBF58-6867-1794-860E-34B9056C1C54}"/>
              </a:ext>
            </a:extLst>
          </p:cNvPr>
          <p:cNvSpPr txBox="1">
            <a:spLocks/>
          </p:cNvSpPr>
          <p:nvPr/>
        </p:nvSpPr>
        <p:spPr>
          <a:xfrm>
            <a:off x="2516779" y="1120139"/>
            <a:ext cx="7158442" cy="873035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pt-BR" sz="4800" b="1" dirty="0">
                <a:latin typeface="Arial Black" panose="020B0A04020102020204" pitchFamily="34" charset="0"/>
              </a:rPr>
              <a:t>Recursos principais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B98F368D-547C-4E7F-61CF-C85335F206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4099" y="1993174"/>
            <a:ext cx="11203802" cy="801972"/>
          </a:xfrm>
          <a:prstGeom prst="rect">
            <a:avLst/>
          </a:prstGeom>
        </p:spPr>
      </p:pic>
      <p:sp>
        <p:nvSpPr>
          <p:cNvPr id="6" name="Smiley 5">
            <a:extLst>
              <a:ext uri="{FF2B5EF4-FFF2-40B4-BE49-F238E27FC236}">
                <a16:creationId xmlns:a16="http://schemas.microsoft.com/office/drawing/2014/main" id="{7B8F7227-CE6E-C217-9170-BA69C9EDBE83}"/>
              </a:ext>
            </a:extLst>
          </p:cNvPr>
          <p:cNvSpPr/>
          <p:nvPr/>
        </p:nvSpPr>
        <p:spPr>
          <a:xfrm>
            <a:off x="1847491" y="3070585"/>
            <a:ext cx="1715590" cy="1715590"/>
          </a:xfrm>
          <a:prstGeom prst="smileyFac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EE9F6F66-8E8D-15F2-D61A-DFCF050C2D6C}"/>
              </a:ext>
            </a:extLst>
          </p:cNvPr>
          <p:cNvSpPr txBox="1"/>
          <p:nvPr/>
        </p:nvSpPr>
        <p:spPr>
          <a:xfrm>
            <a:off x="1486510" y="4830781"/>
            <a:ext cx="243755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b="1" dirty="0">
                <a:latin typeface="Arial" panose="020B0604020202020204" pitchFamily="34" charset="0"/>
                <a:cs typeface="Arial" panose="020B0604020202020204" pitchFamily="34" charset="0"/>
              </a:rPr>
              <a:t>Forma - Smiley</a:t>
            </a:r>
          </a:p>
        </p:txBody>
      </p:sp>
      <p:sp>
        <p:nvSpPr>
          <p:cNvPr id="4" name="Seta: para a Direita Listrada 3">
            <a:extLst>
              <a:ext uri="{FF2B5EF4-FFF2-40B4-BE49-F238E27FC236}">
                <a16:creationId xmlns:a16="http://schemas.microsoft.com/office/drawing/2014/main" id="{91985CF3-283C-3A5E-90EF-DC62D2AD01A9}"/>
              </a:ext>
            </a:extLst>
          </p:cNvPr>
          <p:cNvSpPr/>
          <p:nvPr/>
        </p:nvSpPr>
        <p:spPr>
          <a:xfrm>
            <a:off x="4922094" y="3397157"/>
            <a:ext cx="2347811" cy="1062445"/>
          </a:xfrm>
          <a:prstGeom prst="stripedRightArrow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Smiley 7">
            <a:extLst>
              <a:ext uri="{FF2B5EF4-FFF2-40B4-BE49-F238E27FC236}">
                <a16:creationId xmlns:a16="http://schemas.microsoft.com/office/drawing/2014/main" id="{47FC6A6C-4303-354E-6B88-41B9BFA609F7}"/>
              </a:ext>
            </a:extLst>
          </p:cNvPr>
          <p:cNvSpPr/>
          <p:nvPr/>
        </p:nvSpPr>
        <p:spPr>
          <a:xfrm>
            <a:off x="8267939" y="3070585"/>
            <a:ext cx="1715590" cy="1715590"/>
          </a:xfrm>
          <a:prstGeom prst="smileyFace">
            <a:avLst>
              <a:gd name="adj" fmla="val 4653"/>
            </a:avLst>
          </a:prstGeom>
          <a:gradFill flip="none" rotWithShape="1">
            <a:gsLst>
              <a:gs pos="0">
                <a:srgbClr val="FFFF00">
                  <a:tint val="66000"/>
                  <a:satMod val="160000"/>
                </a:srgbClr>
              </a:gs>
              <a:gs pos="50000">
                <a:srgbClr val="FFFF00">
                  <a:tint val="44500"/>
                  <a:satMod val="160000"/>
                </a:srgbClr>
              </a:gs>
              <a:gs pos="100000">
                <a:srgbClr val="FFFF00">
                  <a:tint val="23500"/>
                  <a:satMod val="160000"/>
                </a:srgbClr>
              </a:gs>
            </a:gsLst>
            <a:lin ang="13500000" scaled="1"/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34F74557-E518-C72E-1641-D7E43F5F4B95}"/>
              </a:ext>
            </a:extLst>
          </p:cNvPr>
          <p:cNvSpPr txBox="1"/>
          <p:nvPr/>
        </p:nvSpPr>
        <p:spPr>
          <a:xfrm>
            <a:off x="7906958" y="4830781"/>
            <a:ext cx="243755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b="1" dirty="0">
                <a:latin typeface="Arial" panose="020B0604020202020204" pitchFamily="34" charset="0"/>
                <a:cs typeface="Arial" panose="020B0604020202020204" pitchFamily="34" charset="0"/>
              </a:rPr>
              <a:t>Forma - Smiley</a:t>
            </a:r>
          </a:p>
        </p:txBody>
      </p:sp>
    </p:spTree>
    <p:extLst>
      <p:ext uri="{BB962C8B-B14F-4D97-AF65-F5344CB8AC3E}">
        <p14:creationId xmlns:p14="http://schemas.microsoft.com/office/powerpoint/2010/main" val="4724596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8B55ED-2A25-2987-B010-B9595D1735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riângulo Retângulo 1">
            <a:extLst>
              <a:ext uri="{FF2B5EF4-FFF2-40B4-BE49-F238E27FC236}">
                <a16:creationId xmlns:a16="http://schemas.microsoft.com/office/drawing/2014/main" id="{CC72CE21-C12C-7FCD-7615-F57269B5D9D6}"/>
              </a:ext>
            </a:extLst>
          </p:cNvPr>
          <p:cNvSpPr/>
          <p:nvPr/>
        </p:nvSpPr>
        <p:spPr>
          <a:xfrm>
            <a:off x="0" y="4786175"/>
            <a:ext cx="1847491" cy="2071825"/>
          </a:xfrm>
          <a:prstGeom prst="rtTriangl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Título 1">
            <a:extLst>
              <a:ext uri="{FF2B5EF4-FFF2-40B4-BE49-F238E27FC236}">
                <a16:creationId xmlns:a16="http://schemas.microsoft.com/office/drawing/2014/main" id="{37365837-2AB1-8131-2148-AFE58C5D9379}"/>
              </a:ext>
            </a:extLst>
          </p:cNvPr>
          <p:cNvSpPr txBox="1">
            <a:spLocks/>
          </p:cNvSpPr>
          <p:nvPr/>
        </p:nvSpPr>
        <p:spPr>
          <a:xfrm>
            <a:off x="2516779" y="1120139"/>
            <a:ext cx="7158442" cy="873035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pt-BR" sz="4800" b="1" dirty="0">
                <a:latin typeface="Arial Black" panose="020B0A04020102020204" pitchFamily="34" charset="0"/>
              </a:rPr>
              <a:t>Recursos principais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CFED9D7C-2BE4-964F-94C0-84CB70F101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4099" y="1993174"/>
            <a:ext cx="11203802" cy="801972"/>
          </a:xfrm>
          <a:prstGeom prst="rect">
            <a:avLst/>
          </a:prstGeom>
        </p:spPr>
      </p:pic>
      <p:sp>
        <p:nvSpPr>
          <p:cNvPr id="6" name="Smiley 5">
            <a:extLst>
              <a:ext uri="{FF2B5EF4-FFF2-40B4-BE49-F238E27FC236}">
                <a16:creationId xmlns:a16="http://schemas.microsoft.com/office/drawing/2014/main" id="{905B3D7B-6A5D-D9BD-70D4-555441F88873}"/>
              </a:ext>
            </a:extLst>
          </p:cNvPr>
          <p:cNvSpPr/>
          <p:nvPr/>
        </p:nvSpPr>
        <p:spPr>
          <a:xfrm>
            <a:off x="1847491" y="3070585"/>
            <a:ext cx="1715590" cy="1715590"/>
          </a:xfrm>
          <a:prstGeom prst="smileyFac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A357ED62-174C-847E-EF37-69B1EF38583F}"/>
              </a:ext>
            </a:extLst>
          </p:cNvPr>
          <p:cNvSpPr txBox="1"/>
          <p:nvPr/>
        </p:nvSpPr>
        <p:spPr>
          <a:xfrm>
            <a:off x="1486510" y="4830781"/>
            <a:ext cx="243755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b="1" dirty="0">
                <a:latin typeface="Arial" panose="020B0604020202020204" pitchFamily="34" charset="0"/>
                <a:cs typeface="Arial" panose="020B0604020202020204" pitchFamily="34" charset="0"/>
              </a:rPr>
              <a:t>Forma - Smiley</a:t>
            </a:r>
          </a:p>
        </p:txBody>
      </p:sp>
      <p:sp>
        <p:nvSpPr>
          <p:cNvPr id="4" name="Seta: para a Direita Listrada 3">
            <a:extLst>
              <a:ext uri="{FF2B5EF4-FFF2-40B4-BE49-F238E27FC236}">
                <a16:creationId xmlns:a16="http://schemas.microsoft.com/office/drawing/2014/main" id="{FA83F5FD-1D76-1C40-213D-D1F78008DE12}"/>
              </a:ext>
            </a:extLst>
          </p:cNvPr>
          <p:cNvSpPr/>
          <p:nvPr/>
        </p:nvSpPr>
        <p:spPr>
          <a:xfrm>
            <a:off x="4922094" y="3397157"/>
            <a:ext cx="2347811" cy="1062445"/>
          </a:xfrm>
          <a:prstGeom prst="stripedRightArrow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Smiley 7">
            <a:extLst>
              <a:ext uri="{FF2B5EF4-FFF2-40B4-BE49-F238E27FC236}">
                <a16:creationId xmlns:a16="http://schemas.microsoft.com/office/drawing/2014/main" id="{A32AC6CE-E9E9-C567-7EC2-68B5BBC54E2D}"/>
              </a:ext>
            </a:extLst>
          </p:cNvPr>
          <p:cNvSpPr/>
          <p:nvPr/>
        </p:nvSpPr>
        <p:spPr>
          <a:xfrm>
            <a:off x="8267939" y="3070585"/>
            <a:ext cx="1715590" cy="1715590"/>
          </a:xfrm>
          <a:prstGeom prst="smileyFace">
            <a:avLst>
              <a:gd name="adj" fmla="val -4653"/>
            </a:avLst>
          </a:prstGeom>
          <a:gradFill flip="none" rotWithShape="1">
            <a:gsLst>
              <a:gs pos="0">
                <a:srgbClr val="FFFF00">
                  <a:tint val="66000"/>
                  <a:satMod val="160000"/>
                </a:srgbClr>
              </a:gs>
              <a:gs pos="50000">
                <a:srgbClr val="FFFF00">
                  <a:tint val="44500"/>
                  <a:satMod val="160000"/>
                </a:srgbClr>
              </a:gs>
              <a:gs pos="100000">
                <a:srgbClr val="FFFF00">
                  <a:tint val="23500"/>
                  <a:satMod val="160000"/>
                </a:srgbClr>
              </a:gs>
            </a:gsLst>
            <a:lin ang="13500000" scaled="1"/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AC38AFA6-5210-9D5E-046D-CEF94D55DFEA}"/>
              </a:ext>
            </a:extLst>
          </p:cNvPr>
          <p:cNvSpPr txBox="1"/>
          <p:nvPr/>
        </p:nvSpPr>
        <p:spPr>
          <a:xfrm>
            <a:off x="7906958" y="4830781"/>
            <a:ext cx="243755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b="1" dirty="0">
                <a:latin typeface="Arial" panose="020B0604020202020204" pitchFamily="34" charset="0"/>
                <a:cs typeface="Arial" panose="020B0604020202020204" pitchFamily="34" charset="0"/>
              </a:rPr>
              <a:t>Forma - Smiley</a:t>
            </a:r>
          </a:p>
        </p:txBody>
      </p:sp>
    </p:spTree>
    <p:extLst>
      <p:ext uri="{BB962C8B-B14F-4D97-AF65-F5344CB8AC3E}">
        <p14:creationId xmlns:p14="http://schemas.microsoft.com/office/powerpoint/2010/main" val="2494309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riângulo Retângulo 1">
            <a:extLst>
              <a:ext uri="{FF2B5EF4-FFF2-40B4-BE49-F238E27FC236}">
                <a16:creationId xmlns:a16="http://schemas.microsoft.com/office/drawing/2014/main" id="{215E4A6A-E3D7-315E-323D-B3DE4871A3E4}"/>
              </a:ext>
            </a:extLst>
          </p:cNvPr>
          <p:cNvSpPr/>
          <p:nvPr/>
        </p:nvSpPr>
        <p:spPr>
          <a:xfrm rot="5400000">
            <a:off x="109618" y="-113441"/>
            <a:ext cx="1847491" cy="2071825"/>
          </a:xfrm>
          <a:prstGeom prst="rtTriangl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Título 1">
            <a:extLst>
              <a:ext uri="{FF2B5EF4-FFF2-40B4-BE49-F238E27FC236}">
                <a16:creationId xmlns:a16="http://schemas.microsoft.com/office/drawing/2014/main" id="{87FC75BA-9E9B-6A24-24BB-34F95FCDBEBF}"/>
              </a:ext>
            </a:extLst>
          </p:cNvPr>
          <p:cNvSpPr txBox="1">
            <a:spLocks/>
          </p:cNvSpPr>
          <p:nvPr/>
        </p:nvSpPr>
        <p:spPr>
          <a:xfrm>
            <a:off x="1166952" y="1015636"/>
            <a:ext cx="7158442" cy="873035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4800" b="1" dirty="0">
                <a:latin typeface="Arial Black" panose="020B0A04020102020204" pitchFamily="34" charset="0"/>
              </a:rPr>
              <a:t>Como criar slides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E2BA70D9-B1D3-6172-80B3-F75767E0B6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6951" y="1888671"/>
            <a:ext cx="3265711" cy="4733158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C0A5497A-91F6-E6FD-3109-00B99BFD0299}"/>
              </a:ext>
            </a:extLst>
          </p:cNvPr>
          <p:cNvSpPr txBox="1"/>
          <p:nvPr/>
        </p:nvSpPr>
        <p:spPr>
          <a:xfrm>
            <a:off x="4432662" y="2905780"/>
            <a:ext cx="602120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800" dirty="0">
                <a:latin typeface="Arial" panose="020B0604020202020204" pitchFamily="34" charset="0"/>
                <a:cs typeface="Arial" panose="020B0604020202020204" pitchFamily="34" charset="0"/>
              </a:rPr>
              <a:t>Define as cores e o estilo dos slides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6BFFA4D3-3864-0348-DD8C-E29495B89A13}"/>
              </a:ext>
            </a:extLst>
          </p:cNvPr>
          <p:cNvSpPr txBox="1"/>
          <p:nvPr/>
        </p:nvSpPr>
        <p:spPr>
          <a:xfrm>
            <a:off x="4432662" y="3429000"/>
            <a:ext cx="598433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800" dirty="0">
                <a:latin typeface="Arial" panose="020B0604020202020204" pitchFamily="34" charset="0"/>
                <a:cs typeface="Arial" panose="020B0604020202020204" pitchFamily="34" charset="0"/>
              </a:rPr>
              <a:t>Organiza o assunto de forma lógica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23F42A97-2B7C-5447-863F-355DC837C8BB}"/>
              </a:ext>
            </a:extLst>
          </p:cNvPr>
          <p:cNvSpPr txBox="1"/>
          <p:nvPr/>
        </p:nvSpPr>
        <p:spPr>
          <a:xfrm>
            <a:off x="4432662" y="3952220"/>
            <a:ext cx="26629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800" dirty="0">
                <a:latin typeface="Arial" panose="020B0604020202020204" pitchFamily="34" charset="0"/>
                <a:cs typeface="Arial" panose="020B0604020202020204" pitchFamily="34" charset="0"/>
              </a:rPr>
              <a:t>Diversos temas</a:t>
            </a:r>
          </a:p>
        </p:txBody>
      </p:sp>
    </p:spTree>
    <p:extLst>
      <p:ext uri="{BB962C8B-B14F-4D97-AF65-F5344CB8AC3E}">
        <p14:creationId xmlns:p14="http://schemas.microsoft.com/office/powerpoint/2010/main" val="185001712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riângulo Retângulo 1">
            <a:extLst>
              <a:ext uri="{FF2B5EF4-FFF2-40B4-BE49-F238E27FC236}">
                <a16:creationId xmlns:a16="http://schemas.microsoft.com/office/drawing/2014/main" id="{C8569315-0F7A-BD8E-76F0-853F28E305BF}"/>
              </a:ext>
            </a:extLst>
          </p:cNvPr>
          <p:cNvSpPr/>
          <p:nvPr/>
        </p:nvSpPr>
        <p:spPr>
          <a:xfrm rot="10800000">
            <a:off x="10344509" y="0"/>
            <a:ext cx="1847491" cy="2071825"/>
          </a:xfrm>
          <a:prstGeom prst="rtTriangl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Título 1">
            <a:extLst>
              <a:ext uri="{FF2B5EF4-FFF2-40B4-BE49-F238E27FC236}">
                <a16:creationId xmlns:a16="http://schemas.microsoft.com/office/drawing/2014/main" id="{B2F8C0C2-6975-7793-0160-57536849D7B9}"/>
              </a:ext>
            </a:extLst>
          </p:cNvPr>
          <p:cNvSpPr txBox="1">
            <a:spLocks/>
          </p:cNvSpPr>
          <p:nvPr/>
        </p:nvSpPr>
        <p:spPr>
          <a:xfrm>
            <a:off x="2516779" y="1120140"/>
            <a:ext cx="7158442" cy="717370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pt-BR" sz="4800" b="1" dirty="0">
                <a:latin typeface="Arial Black" panose="020B0A04020102020204" pitchFamily="34" charset="0"/>
              </a:rPr>
              <a:t>Animações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BBFC68AF-230C-2A60-6179-990D787C9E04}"/>
              </a:ext>
            </a:extLst>
          </p:cNvPr>
          <p:cNvSpPr txBox="1"/>
          <p:nvPr/>
        </p:nvSpPr>
        <p:spPr>
          <a:xfrm>
            <a:off x="2705315" y="1837510"/>
            <a:ext cx="678136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800" dirty="0">
                <a:latin typeface="Arial" panose="020B0604020202020204" pitchFamily="34" charset="0"/>
                <a:cs typeface="Arial" panose="020B0604020202020204" pitchFamily="34" charset="0"/>
              </a:rPr>
              <a:t>Permitem que textos, imagens ou objetos apareçam no slide com movimento</a:t>
            </a:r>
          </a:p>
        </p:txBody>
      </p:sp>
      <p:sp>
        <p:nvSpPr>
          <p:cNvPr id="5" name="Triângulo Retângulo 4">
            <a:extLst>
              <a:ext uri="{FF2B5EF4-FFF2-40B4-BE49-F238E27FC236}">
                <a16:creationId xmlns:a16="http://schemas.microsoft.com/office/drawing/2014/main" id="{107254F4-920F-5A3B-BED2-C89B1CCC5E3E}"/>
              </a:ext>
            </a:extLst>
          </p:cNvPr>
          <p:cNvSpPr/>
          <p:nvPr/>
        </p:nvSpPr>
        <p:spPr>
          <a:xfrm>
            <a:off x="0" y="4786175"/>
            <a:ext cx="1847491" cy="2071825"/>
          </a:xfrm>
          <a:prstGeom prst="rtTriangl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0742566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480EE0-0D06-C157-A85C-9E1449D423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riângulo Retângulo 1">
            <a:extLst>
              <a:ext uri="{FF2B5EF4-FFF2-40B4-BE49-F238E27FC236}">
                <a16:creationId xmlns:a16="http://schemas.microsoft.com/office/drawing/2014/main" id="{A32A85A9-3417-C5B3-8C6E-6B6A86370795}"/>
              </a:ext>
            </a:extLst>
          </p:cNvPr>
          <p:cNvSpPr/>
          <p:nvPr/>
        </p:nvSpPr>
        <p:spPr>
          <a:xfrm rot="10800000">
            <a:off x="10344509" y="0"/>
            <a:ext cx="1847491" cy="2071825"/>
          </a:xfrm>
          <a:prstGeom prst="rtTriangl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Título 1">
            <a:extLst>
              <a:ext uri="{FF2B5EF4-FFF2-40B4-BE49-F238E27FC236}">
                <a16:creationId xmlns:a16="http://schemas.microsoft.com/office/drawing/2014/main" id="{31E6CE3E-F795-726B-E466-E1942A4B511C}"/>
              </a:ext>
            </a:extLst>
          </p:cNvPr>
          <p:cNvSpPr txBox="1">
            <a:spLocks/>
          </p:cNvSpPr>
          <p:nvPr/>
        </p:nvSpPr>
        <p:spPr>
          <a:xfrm>
            <a:off x="2516779" y="1120140"/>
            <a:ext cx="7158442" cy="717370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pt-BR" sz="4800" b="1" dirty="0">
                <a:latin typeface="Arial Black" panose="020B0A04020102020204" pitchFamily="34" charset="0"/>
              </a:rPr>
              <a:t>Animações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DC44FFB2-89B9-5674-1626-AF0F31ED798E}"/>
              </a:ext>
            </a:extLst>
          </p:cNvPr>
          <p:cNvSpPr txBox="1"/>
          <p:nvPr/>
        </p:nvSpPr>
        <p:spPr>
          <a:xfrm>
            <a:off x="2705315" y="1837510"/>
            <a:ext cx="678136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800" dirty="0">
                <a:latin typeface="Arial" panose="020B0604020202020204" pitchFamily="34" charset="0"/>
                <a:cs typeface="Arial" panose="020B0604020202020204" pitchFamily="34" charset="0"/>
              </a:rPr>
              <a:t>Permitem que textos, imagens ou objetos apareçam no slide com movimento</a:t>
            </a:r>
          </a:p>
        </p:txBody>
      </p:sp>
      <p:sp>
        <p:nvSpPr>
          <p:cNvPr id="5" name="Título 1">
            <a:extLst>
              <a:ext uri="{FF2B5EF4-FFF2-40B4-BE49-F238E27FC236}">
                <a16:creationId xmlns:a16="http://schemas.microsoft.com/office/drawing/2014/main" id="{9F0D2072-9682-BC45-CA44-74CED324DBA8}"/>
              </a:ext>
            </a:extLst>
          </p:cNvPr>
          <p:cNvSpPr txBox="1">
            <a:spLocks/>
          </p:cNvSpPr>
          <p:nvPr/>
        </p:nvSpPr>
        <p:spPr>
          <a:xfrm>
            <a:off x="2516778" y="3508987"/>
            <a:ext cx="7158442" cy="717370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pt-BR" sz="4800" b="1" dirty="0">
                <a:latin typeface="Arial Black" panose="020B0A04020102020204" pitchFamily="34" charset="0"/>
              </a:rPr>
              <a:t>Transições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A9A02650-D39C-D5D3-5A16-4E4CBBCE75B1}"/>
              </a:ext>
            </a:extLst>
          </p:cNvPr>
          <p:cNvSpPr txBox="1"/>
          <p:nvPr/>
        </p:nvSpPr>
        <p:spPr>
          <a:xfrm>
            <a:off x="2705314" y="4226357"/>
            <a:ext cx="678136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800" dirty="0">
                <a:latin typeface="Arial" panose="020B0604020202020204" pitchFamily="34" charset="0"/>
                <a:cs typeface="Arial" panose="020B0604020202020204" pitchFamily="34" charset="0"/>
              </a:rPr>
              <a:t>Efeitos usados quando passamos de um slide para outro</a:t>
            </a:r>
          </a:p>
        </p:txBody>
      </p:sp>
      <p:sp>
        <p:nvSpPr>
          <p:cNvPr id="7" name="Triângulo Retângulo 6">
            <a:extLst>
              <a:ext uri="{FF2B5EF4-FFF2-40B4-BE49-F238E27FC236}">
                <a16:creationId xmlns:a16="http://schemas.microsoft.com/office/drawing/2014/main" id="{C923BC02-D6CC-D125-6B19-7C5E808CC196}"/>
              </a:ext>
            </a:extLst>
          </p:cNvPr>
          <p:cNvSpPr/>
          <p:nvPr/>
        </p:nvSpPr>
        <p:spPr>
          <a:xfrm>
            <a:off x="0" y="4786175"/>
            <a:ext cx="1847491" cy="2071825"/>
          </a:xfrm>
          <a:prstGeom prst="rtTriangl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3392122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riângulo Retângulo 1">
            <a:extLst>
              <a:ext uri="{FF2B5EF4-FFF2-40B4-BE49-F238E27FC236}">
                <a16:creationId xmlns:a16="http://schemas.microsoft.com/office/drawing/2014/main" id="{C91850C8-68DD-3B73-819E-106EA7AD5EC1}"/>
              </a:ext>
            </a:extLst>
          </p:cNvPr>
          <p:cNvSpPr/>
          <p:nvPr/>
        </p:nvSpPr>
        <p:spPr>
          <a:xfrm rot="10800000">
            <a:off x="10344509" y="0"/>
            <a:ext cx="1847491" cy="2071825"/>
          </a:xfrm>
          <a:prstGeom prst="rtTriangl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Triângulo Retângulo 2">
            <a:extLst>
              <a:ext uri="{FF2B5EF4-FFF2-40B4-BE49-F238E27FC236}">
                <a16:creationId xmlns:a16="http://schemas.microsoft.com/office/drawing/2014/main" id="{D9E3951A-536B-19B7-548D-67F2A06156DE}"/>
              </a:ext>
            </a:extLst>
          </p:cNvPr>
          <p:cNvSpPr/>
          <p:nvPr/>
        </p:nvSpPr>
        <p:spPr>
          <a:xfrm>
            <a:off x="0" y="4786175"/>
            <a:ext cx="1847491" cy="2071825"/>
          </a:xfrm>
          <a:prstGeom prst="rtTriangl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Triângulo Retângulo 3">
            <a:extLst>
              <a:ext uri="{FF2B5EF4-FFF2-40B4-BE49-F238E27FC236}">
                <a16:creationId xmlns:a16="http://schemas.microsoft.com/office/drawing/2014/main" id="{3B84C14D-8091-5E45-C720-BA36E51207A3}"/>
              </a:ext>
            </a:extLst>
          </p:cNvPr>
          <p:cNvSpPr/>
          <p:nvPr/>
        </p:nvSpPr>
        <p:spPr>
          <a:xfrm rot="5400000">
            <a:off x="109618" y="-113441"/>
            <a:ext cx="1847491" cy="2071825"/>
          </a:xfrm>
          <a:prstGeom prst="rtTriangl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Triângulo Retângulo 4">
            <a:extLst>
              <a:ext uri="{FF2B5EF4-FFF2-40B4-BE49-F238E27FC236}">
                <a16:creationId xmlns:a16="http://schemas.microsoft.com/office/drawing/2014/main" id="{C04EBCE5-3DD4-A32A-9E24-51509D58F38C}"/>
              </a:ext>
            </a:extLst>
          </p:cNvPr>
          <p:cNvSpPr/>
          <p:nvPr/>
        </p:nvSpPr>
        <p:spPr>
          <a:xfrm rot="16200000">
            <a:off x="10232342" y="4898342"/>
            <a:ext cx="1847491" cy="2071825"/>
          </a:xfrm>
          <a:prstGeom prst="rtTriangl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D8F41B37-2B97-7195-D427-143829F3E117}"/>
              </a:ext>
            </a:extLst>
          </p:cNvPr>
          <p:cNvSpPr txBox="1">
            <a:spLocks/>
          </p:cNvSpPr>
          <p:nvPr/>
        </p:nvSpPr>
        <p:spPr>
          <a:xfrm>
            <a:off x="2516779" y="1120140"/>
            <a:ext cx="7158442" cy="717370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pt-BR" sz="4800" b="1" dirty="0">
                <a:latin typeface="Arial Black" panose="020B0A04020102020204" pitchFamily="34" charset="0"/>
              </a:rPr>
              <a:t>Animação - Entrada</a:t>
            </a:r>
          </a:p>
        </p:txBody>
      </p:sp>
      <p:sp>
        <p:nvSpPr>
          <p:cNvPr id="7" name="Raio 6">
            <a:extLst>
              <a:ext uri="{FF2B5EF4-FFF2-40B4-BE49-F238E27FC236}">
                <a16:creationId xmlns:a16="http://schemas.microsoft.com/office/drawing/2014/main" id="{B56ACCBA-D150-9808-AF68-A8AAE0E25FDB}"/>
              </a:ext>
            </a:extLst>
          </p:cNvPr>
          <p:cNvSpPr/>
          <p:nvPr/>
        </p:nvSpPr>
        <p:spPr>
          <a:xfrm>
            <a:off x="4930821" y="2680150"/>
            <a:ext cx="2330358" cy="2330358"/>
          </a:xfrm>
          <a:prstGeom prst="lightningBolt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0307AEDF-FEA3-F3D7-5E67-6D4CF0045FAC}"/>
              </a:ext>
            </a:extLst>
          </p:cNvPr>
          <p:cNvSpPr txBox="1"/>
          <p:nvPr/>
        </p:nvSpPr>
        <p:spPr>
          <a:xfrm>
            <a:off x="2705315" y="5457200"/>
            <a:ext cx="678136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800" dirty="0"/>
              <a:t>Mostram como o elemento aparece</a:t>
            </a:r>
            <a:endParaRPr lang="pt-BR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62989266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3250">
        <p15:prstTrans prst="origami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692E53-AF48-62FB-99F2-9C752CFFC7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riângulo Retângulo 1">
            <a:extLst>
              <a:ext uri="{FF2B5EF4-FFF2-40B4-BE49-F238E27FC236}">
                <a16:creationId xmlns:a16="http://schemas.microsoft.com/office/drawing/2014/main" id="{E4392846-8C22-E56D-4B6D-2248B54CCEEE}"/>
              </a:ext>
            </a:extLst>
          </p:cNvPr>
          <p:cNvSpPr/>
          <p:nvPr/>
        </p:nvSpPr>
        <p:spPr>
          <a:xfrm rot="10800000">
            <a:off x="10344509" y="0"/>
            <a:ext cx="1847491" cy="2071825"/>
          </a:xfrm>
          <a:prstGeom prst="rtTriangl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Triângulo Retângulo 2">
            <a:extLst>
              <a:ext uri="{FF2B5EF4-FFF2-40B4-BE49-F238E27FC236}">
                <a16:creationId xmlns:a16="http://schemas.microsoft.com/office/drawing/2014/main" id="{35D72028-DD48-2262-3411-BDAB13EC677E}"/>
              </a:ext>
            </a:extLst>
          </p:cNvPr>
          <p:cNvSpPr/>
          <p:nvPr/>
        </p:nvSpPr>
        <p:spPr>
          <a:xfrm>
            <a:off x="0" y="4786175"/>
            <a:ext cx="1847491" cy="2071825"/>
          </a:xfrm>
          <a:prstGeom prst="rtTriangl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Triângulo Retângulo 3">
            <a:extLst>
              <a:ext uri="{FF2B5EF4-FFF2-40B4-BE49-F238E27FC236}">
                <a16:creationId xmlns:a16="http://schemas.microsoft.com/office/drawing/2014/main" id="{5EC21B39-C1CB-812C-B10B-9284637E0B8C}"/>
              </a:ext>
            </a:extLst>
          </p:cNvPr>
          <p:cNvSpPr/>
          <p:nvPr/>
        </p:nvSpPr>
        <p:spPr>
          <a:xfrm rot="5400000">
            <a:off x="109618" y="-113441"/>
            <a:ext cx="1847491" cy="2071825"/>
          </a:xfrm>
          <a:prstGeom prst="rtTriangl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Triângulo Retângulo 4">
            <a:extLst>
              <a:ext uri="{FF2B5EF4-FFF2-40B4-BE49-F238E27FC236}">
                <a16:creationId xmlns:a16="http://schemas.microsoft.com/office/drawing/2014/main" id="{B02EC5F7-D171-B5B3-E7D0-951E9CF649B0}"/>
              </a:ext>
            </a:extLst>
          </p:cNvPr>
          <p:cNvSpPr/>
          <p:nvPr/>
        </p:nvSpPr>
        <p:spPr>
          <a:xfrm rot="16200000">
            <a:off x="10232342" y="4898342"/>
            <a:ext cx="1847491" cy="2071825"/>
          </a:xfrm>
          <a:prstGeom prst="rtTriangl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6C6998F6-89EE-1F32-80F5-97C952C5535F}"/>
              </a:ext>
            </a:extLst>
          </p:cNvPr>
          <p:cNvSpPr txBox="1">
            <a:spLocks/>
          </p:cNvSpPr>
          <p:nvPr/>
        </p:nvSpPr>
        <p:spPr>
          <a:xfrm>
            <a:off x="2516779" y="1120140"/>
            <a:ext cx="7158442" cy="717370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pt-BR" sz="4800" b="1" dirty="0">
                <a:latin typeface="Arial Black" panose="020B0A04020102020204" pitchFamily="34" charset="0"/>
              </a:rPr>
              <a:t>Animação - Ênfase</a:t>
            </a:r>
          </a:p>
        </p:txBody>
      </p:sp>
      <p:sp>
        <p:nvSpPr>
          <p:cNvPr id="7" name="Raio 6">
            <a:extLst>
              <a:ext uri="{FF2B5EF4-FFF2-40B4-BE49-F238E27FC236}">
                <a16:creationId xmlns:a16="http://schemas.microsoft.com/office/drawing/2014/main" id="{09A05D71-79BF-32E9-7E9F-03E4903467F6}"/>
              </a:ext>
            </a:extLst>
          </p:cNvPr>
          <p:cNvSpPr/>
          <p:nvPr/>
        </p:nvSpPr>
        <p:spPr>
          <a:xfrm>
            <a:off x="4930821" y="2680150"/>
            <a:ext cx="2330358" cy="2330358"/>
          </a:xfrm>
          <a:prstGeom prst="lightningBolt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AEC6A3F4-48CC-8F47-07BF-7C9F0D542BDC}"/>
              </a:ext>
            </a:extLst>
          </p:cNvPr>
          <p:cNvSpPr txBox="1"/>
          <p:nvPr/>
        </p:nvSpPr>
        <p:spPr>
          <a:xfrm>
            <a:off x="2705315" y="5457200"/>
            <a:ext cx="678136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800" dirty="0"/>
              <a:t>Destacam ele durante a apresentação</a:t>
            </a:r>
            <a:endParaRPr lang="pt-BR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908160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F2B4A2-3C25-CD04-364E-749F5E5C79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riângulo Retângulo 1">
            <a:extLst>
              <a:ext uri="{FF2B5EF4-FFF2-40B4-BE49-F238E27FC236}">
                <a16:creationId xmlns:a16="http://schemas.microsoft.com/office/drawing/2014/main" id="{DCCA453F-CF60-C6C1-964B-501A10F06FB1}"/>
              </a:ext>
            </a:extLst>
          </p:cNvPr>
          <p:cNvSpPr/>
          <p:nvPr/>
        </p:nvSpPr>
        <p:spPr>
          <a:xfrm rot="10800000">
            <a:off x="10344509" y="0"/>
            <a:ext cx="1847491" cy="2071825"/>
          </a:xfrm>
          <a:prstGeom prst="rtTriangl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Triângulo Retângulo 2">
            <a:extLst>
              <a:ext uri="{FF2B5EF4-FFF2-40B4-BE49-F238E27FC236}">
                <a16:creationId xmlns:a16="http://schemas.microsoft.com/office/drawing/2014/main" id="{FF88A38C-6E2A-72EF-7B3D-DB4C665CB90D}"/>
              </a:ext>
            </a:extLst>
          </p:cNvPr>
          <p:cNvSpPr/>
          <p:nvPr/>
        </p:nvSpPr>
        <p:spPr>
          <a:xfrm>
            <a:off x="0" y="4786175"/>
            <a:ext cx="1847491" cy="2071825"/>
          </a:xfrm>
          <a:prstGeom prst="rtTriangl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Triângulo Retângulo 3">
            <a:extLst>
              <a:ext uri="{FF2B5EF4-FFF2-40B4-BE49-F238E27FC236}">
                <a16:creationId xmlns:a16="http://schemas.microsoft.com/office/drawing/2014/main" id="{96D66881-7FDE-4C83-54AC-17096805AE99}"/>
              </a:ext>
            </a:extLst>
          </p:cNvPr>
          <p:cNvSpPr/>
          <p:nvPr/>
        </p:nvSpPr>
        <p:spPr>
          <a:xfrm rot="5400000">
            <a:off x="109618" y="-113441"/>
            <a:ext cx="1847491" cy="2071825"/>
          </a:xfrm>
          <a:prstGeom prst="rtTriangl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Triângulo Retângulo 4">
            <a:extLst>
              <a:ext uri="{FF2B5EF4-FFF2-40B4-BE49-F238E27FC236}">
                <a16:creationId xmlns:a16="http://schemas.microsoft.com/office/drawing/2014/main" id="{C950F3A6-19CF-FF22-A393-392E6EF3F264}"/>
              </a:ext>
            </a:extLst>
          </p:cNvPr>
          <p:cNvSpPr/>
          <p:nvPr/>
        </p:nvSpPr>
        <p:spPr>
          <a:xfrm rot="16200000">
            <a:off x="10232342" y="4898342"/>
            <a:ext cx="1847491" cy="2071825"/>
          </a:xfrm>
          <a:prstGeom prst="rtTriangl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CA09962D-C4FA-1716-CEFB-2AE9D8896799}"/>
              </a:ext>
            </a:extLst>
          </p:cNvPr>
          <p:cNvSpPr txBox="1">
            <a:spLocks/>
          </p:cNvSpPr>
          <p:nvPr/>
        </p:nvSpPr>
        <p:spPr>
          <a:xfrm>
            <a:off x="2516779" y="1120140"/>
            <a:ext cx="7158442" cy="717370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pt-BR" sz="4800" b="1" dirty="0">
                <a:latin typeface="Arial Black" panose="020B0A04020102020204" pitchFamily="34" charset="0"/>
              </a:rPr>
              <a:t>Animação - Saída</a:t>
            </a:r>
          </a:p>
        </p:txBody>
      </p:sp>
      <p:sp>
        <p:nvSpPr>
          <p:cNvPr id="7" name="Raio 6">
            <a:extLst>
              <a:ext uri="{FF2B5EF4-FFF2-40B4-BE49-F238E27FC236}">
                <a16:creationId xmlns:a16="http://schemas.microsoft.com/office/drawing/2014/main" id="{840AFE1F-B531-A970-74AF-EF07640597FD}"/>
              </a:ext>
            </a:extLst>
          </p:cNvPr>
          <p:cNvSpPr/>
          <p:nvPr/>
        </p:nvSpPr>
        <p:spPr>
          <a:xfrm>
            <a:off x="4930821" y="2680150"/>
            <a:ext cx="2330358" cy="2330358"/>
          </a:xfrm>
          <a:prstGeom prst="lightningBolt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A6A2D5E4-2F25-1D61-9CBD-8229BE987EBC}"/>
              </a:ext>
            </a:extLst>
          </p:cNvPr>
          <p:cNvSpPr txBox="1"/>
          <p:nvPr/>
        </p:nvSpPr>
        <p:spPr>
          <a:xfrm>
            <a:off x="2705315" y="5457200"/>
            <a:ext cx="678136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800" dirty="0"/>
              <a:t>Mostram como ele desaparece</a:t>
            </a:r>
            <a:endParaRPr lang="pt-BR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121407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riângulo Retângulo 1">
            <a:extLst>
              <a:ext uri="{FF2B5EF4-FFF2-40B4-BE49-F238E27FC236}">
                <a16:creationId xmlns:a16="http://schemas.microsoft.com/office/drawing/2014/main" id="{14AE27C7-6F6A-4379-66D9-7F9089BEC532}"/>
              </a:ext>
            </a:extLst>
          </p:cNvPr>
          <p:cNvSpPr/>
          <p:nvPr/>
        </p:nvSpPr>
        <p:spPr>
          <a:xfrm>
            <a:off x="0" y="4786175"/>
            <a:ext cx="1847491" cy="2071825"/>
          </a:xfrm>
          <a:prstGeom prst="rtTriangl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Título 1">
            <a:extLst>
              <a:ext uri="{FF2B5EF4-FFF2-40B4-BE49-F238E27FC236}">
                <a16:creationId xmlns:a16="http://schemas.microsoft.com/office/drawing/2014/main" id="{72B29E69-41BE-2B16-24A4-B98DA86A1BC6}"/>
              </a:ext>
            </a:extLst>
          </p:cNvPr>
          <p:cNvSpPr txBox="1">
            <a:spLocks/>
          </p:cNvSpPr>
          <p:nvPr/>
        </p:nvSpPr>
        <p:spPr>
          <a:xfrm>
            <a:off x="697967" y="966550"/>
            <a:ext cx="7209404" cy="971208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8000" b="1" dirty="0">
                <a:latin typeface="Arial Black" panose="020B0A04020102020204" pitchFamily="34" charset="0"/>
              </a:rPr>
              <a:t>Conclusão</a:t>
            </a:r>
          </a:p>
        </p:txBody>
      </p:sp>
      <p:pic>
        <p:nvPicPr>
          <p:cNvPr id="5" name="Imagem 4" descr="Logotipo&#10;&#10;O conteúdo gerado por IA pode estar incorreto.">
            <a:extLst>
              <a:ext uri="{FF2B5EF4-FFF2-40B4-BE49-F238E27FC236}">
                <a16:creationId xmlns:a16="http://schemas.microsoft.com/office/drawing/2014/main" id="{CCAAF7C9-30C8-3962-88F9-FCD6A36886B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9429750" y="341575"/>
            <a:ext cx="2231023" cy="2221158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3C87E564-769A-5BEC-6E8A-EBB58FF1DFE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06803" y="4883628"/>
            <a:ext cx="1876916" cy="1876918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E1A56F93-D7D7-3062-B376-1AE6D0987B9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90607" y="5450043"/>
            <a:ext cx="1860221" cy="744088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9BDFD1D6-47FE-4E6D-891C-18E7ACFD013B}"/>
              </a:ext>
            </a:extLst>
          </p:cNvPr>
          <p:cNvSpPr txBox="1"/>
          <p:nvPr/>
        </p:nvSpPr>
        <p:spPr>
          <a:xfrm>
            <a:off x="812799" y="2539406"/>
            <a:ext cx="3172179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dirty="0">
                <a:latin typeface="Arial" panose="020B0604020202020204" pitchFamily="34" charset="0"/>
                <a:cs typeface="Arial" panose="020B0604020202020204" pitchFamily="34" charset="0"/>
              </a:rPr>
              <a:t>Anderson G. Silva </a:t>
            </a:r>
          </a:p>
          <a:p>
            <a:r>
              <a:rPr lang="pt-BR" sz="2800" dirty="0">
                <a:latin typeface="Arial" panose="020B0604020202020204" pitchFamily="34" charset="0"/>
                <a:cs typeface="Arial" panose="020B0604020202020204" pitchFamily="34" charset="0"/>
              </a:rPr>
              <a:t>Enzo do N.</a:t>
            </a:r>
          </a:p>
          <a:p>
            <a:r>
              <a:rPr lang="pt-BR" sz="2800" dirty="0">
                <a:latin typeface="Arial" panose="020B0604020202020204" pitchFamily="34" charset="0"/>
                <a:cs typeface="Arial" panose="020B0604020202020204" pitchFamily="34" charset="0"/>
              </a:rPr>
              <a:t>João Gabriel</a:t>
            </a:r>
          </a:p>
          <a:p>
            <a:r>
              <a:rPr lang="pt-BR" sz="2800" dirty="0">
                <a:latin typeface="Arial" panose="020B0604020202020204" pitchFamily="34" charset="0"/>
                <a:cs typeface="Arial" panose="020B0604020202020204" pitchFamily="34" charset="0"/>
              </a:rPr>
              <a:t>Lucas Lima</a:t>
            </a:r>
          </a:p>
          <a:p>
            <a:r>
              <a:rPr lang="pt-BR" sz="2800" dirty="0">
                <a:latin typeface="Arial" panose="020B0604020202020204" pitchFamily="34" charset="0"/>
                <a:cs typeface="Arial" panose="020B0604020202020204" pitchFamily="34" charset="0"/>
              </a:rPr>
              <a:t>Rodrigo Gouvêa</a:t>
            </a:r>
          </a:p>
        </p:txBody>
      </p:sp>
    </p:spTree>
    <p:extLst>
      <p:ext uri="{BB962C8B-B14F-4D97-AF65-F5344CB8AC3E}">
        <p14:creationId xmlns:p14="http://schemas.microsoft.com/office/powerpoint/2010/main" val="205086437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217</TotalTime>
  <Words>207</Words>
  <Application>Microsoft Office PowerPoint</Application>
  <PresentationFormat>Widescreen</PresentationFormat>
  <Paragraphs>51</Paragraphs>
  <Slides>19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19</vt:i4>
      </vt:variant>
    </vt:vector>
  </HeadingPairs>
  <TitlesOfParts>
    <vt:vector size="24" baseType="lpstr">
      <vt:lpstr>Aptos</vt:lpstr>
      <vt:lpstr>Aptos Display</vt:lpstr>
      <vt:lpstr>Arial</vt:lpstr>
      <vt:lpstr>Arial Black</vt:lpstr>
      <vt:lpstr>Tema do Office</vt:lpstr>
      <vt:lpstr>Conhecendo 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Conhecendo o PowerPoint</dc:title>
  <dc:creator>Lucas Lima</dc:creator>
  <cp:lastModifiedBy>Aluno1</cp:lastModifiedBy>
  <cp:revision>4</cp:revision>
  <dcterms:created xsi:type="dcterms:W3CDTF">2026-03-19T23:13:49Z</dcterms:created>
  <dcterms:modified xsi:type="dcterms:W3CDTF">2026-03-20T18:00:40Z</dcterms:modified>
</cp:coreProperties>
</file>